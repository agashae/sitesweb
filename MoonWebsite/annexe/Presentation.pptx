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56" r:id="rId2"/>
    <p:sldId id="259" r:id="rId3"/>
    <p:sldId id="260" r:id="rId4"/>
    <p:sldId id="261" r:id="rId5"/>
    <p:sldId id="262" r:id="rId6"/>
    <p:sldId id="257" r:id="rId7"/>
    <p:sldId id="263" r:id="rId8"/>
    <p:sldId id="264" r:id="rId9"/>
    <p:sldId id="265" r:id="rId10"/>
    <p:sldId id="258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58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69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88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29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57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35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91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16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067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58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03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16" r:id="rId6"/>
    <p:sldLayoutId id="2147483712" r:id="rId7"/>
    <p:sldLayoutId id="2147483713" r:id="rId8"/>
    <p:sldLayoutId id="2147483714" r:id="rId9"/>
    <p:sldLayoutId id="2147483715" r:id="rId10"/>
    <p:sldLayoutId id="214748371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e.kahoot.it/share/x-portesouvertes-bauchard-buzzer-quiz/13bce810-5c9e-422c-8d9d-d6591684c67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A867FE0F-5C8F-4DC7-D114-ED5E4AE2ED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5858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66243BD-8875-0056-FE12-4DBF2A07C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9055898" cy="3290107"/>
          </a:xfrm>
        </p:spPr>
        <p:txBody>
          <a:bodyPr anchor="t">
            <a:normAutofit/>
          </a:bodyPr>
          <a:lstStyle/>
          <a:p>
            <a:r>
              <a:rPr lang="fr-CH" sz="4700" b="1" dirty="0">
                <a:solidFill>
                  <a:srgbClr val="FFFFFF"/>
                </a:solidFill>
              </a:rPr>
              <a:t>DemoMot</a:t>
            </a:r>
            <a:r>
              <a:rPr lang="fr-CH" sz="4700" dirty="0">
                <a:solidFill>
                  <a:srgbClr val="FFFFFF"/>
                </a:solidFill>
              </a:rPr>
              <a:t>/Portes Ouvertes</a:t>
            </a:r>
            <a:r>
              <a:rPr lang="fr-CH" sz="4700" b="1" dirty="0">
                <a:solidFill>
                  <a:srgbClr val="FFFFFF"/>
                </a:solidFill>
              </a:rPr>
              <a:t> 2025-2026</a:t>
            </a:r>
            <a:endParaRPr lang="fr-CH" sz="4700" dirty="0">
              <a:solidFill>
                <a:srgbClr val="FFFFFF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E53596-B080-A0D7-1608-ADEB88BFD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fr-CH" sz="2400">
                <a:solidFill>
                  <a:srgbClr val="FFFFFF"/>
                </a:solidFill>
              </a:rPr>
              <a:t>Agashae Premakumar</a:t>
            </a:r>
          </a:p>
          <a:p>
            <a:r>
              <a:rPr lang="fr-CH" sz="2400">
                <a:solidFill>
                  <a:srgbClr val="FFFFFF"/>
                </a:solidFill>
              </a:rPr>
              <a:t>CIN1D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51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94843-3D1F-45BD-DF89-B0EE380F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Buzzer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FC0054-0C20-4F7D-DF95-8DDE257CB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Aider à la création du </a:t>
            </a:r>
            <a:r>
              <a:rPr lang="fr-CH" dirty="0" err="1"/>
              <a:t>Kahoot</a:t>
            </a:r>
            <a:r>
              <a:rPr lang="fr-CH" dirty="0"/>
              <a:t> avec Liam Bauchard : </a:t>
            </a:r>
            <a:r>
              <a:rPr lang="fr-CH" dirty="0">
                <a:hlinkClick r:id="rId2"/>
              </a:rPr>
              <a:t>https://create.kahoot.it/share/x-portesouvertes-bauchard-buzzer-quiz/13bce810-5c9e-422c-8d9d-d6591684c67d</a:t>
            </a:r>
            <a:endParaRPr lang="fr-CH" dirty="0"/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17335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DAD9EE-4B23-643B-4DC1-F77898C6B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Cadavre Exquis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5C1AD1-F3F2-AE6A-95A3-A307D8511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Aider à la création du fichier Word d’aide au code avec Noah</a:t>
            </a:r>
          </a:p>
        </p:txBody>
      </p:sp>
    </p:spTree>
    <p:extLst>
      <p:ext uri="{BB962C8B-B14F-4D97-AF65-F5344CB8AC3E}">
        <p14:creationId xmlns:p14="http://schemas.microsoft.com/office/powerpoint/2010/main" val="261395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9C35A0-150C-6CDA-942E-F691CBDAC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Imposteur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A53BE3-7655-4799-6A30-70C3111FC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Création du CdC </a:t>
            </a:r>
          </a:p>
          <a:p>
            <a:r>
              <a:rPr lang="fr-CH" dirty="0"/>
              <a:t>Création de la banque à questions</a:t>
            </a:r>
          </a:p>
        </p:txBody>
      </p:sp>
    </p:spTree>
    <p:extLst>
      <p:ext uri="{BB962C8B-B14F-4D97-AF65-F5344CB8AC3E}">
        <p14:creationId xmlns:p14="http://schemas.microsoft.com/office/powerpoint/2010/main" val="1734631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51B5CA-B9A9-A6CE-2C2A-398EB24CE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Annexes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B232AB-9118-A383-95D2-48DDE10CC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Création du fichier pour le matériels nécessaires </a:t>
            </a:r>
          </a:p>
          <a:p>
            <a:r>
              <a:rPr lang="fr-CH" dirty="0"/>
              <a:t>Création du fichier avec le retour de M. Sahli</a:t>
            </a:r>
          </a:p>
        </p:txBody>
      </p:sp>
    </p:spTree>
    <p:extLst>
      <p:ext uri="{BB962C8B-B14F-4D97-AF65-F5344CB8AC3E}">
        <p14:creationId xmlns:p14="http://schemas.microsoft.com/office/powerpoint/2010/main" val="78487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7DEAC92-ADF9-6A1D-98C0-0E77062EE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4" t="1615" b="1819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33CF7B-BA68-278B-A783-54828C417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9" y="5731580"/>
            <a:ext cx="11686033" cy="980116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H" dirty="0"/>
              <a:t>Projet DemoMot 2025-2026</a:t>
            </a:r>
          </a:p>
        </p:txBody>
      </p:sp>
    </p:spTree>
    <p:extLst>
      <p:ext uri="{BB962C8B-B14F-4D97-AF65-F5344CB8AC3E}">
        <p14:creationId xmlns:p14="http://schemas.microsoft.com/office/powerpoint/2010/main" val="1444886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3419E0-15C6-46E7-70B2-34653D777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Pourquoi ce projet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088F4B-426E-9596-B618-28846F9E3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b="1" dirty="0"/>
              <a:t>Éduquer par l'Espace</a:t>
            </a:r>
          </a:p>
          <a:p>
            <a:pPr lvl="1"/>
            <a:r>
              <a:rPr lang="fr-CH" dirty="0"/>
              <a:t>AgaMoon est un site web éducatif dédié à la Lune. </a:t>
            </a:r>
          </a:p>
          <a:p>
            <a:pPr lvl="1"/>
            <a:r>
              <a:rPr lang="fr-CH" dirty="0"/>
              <a:t>Le projet explore quatre piliers : les données physiques, les phases lunaires, l'histoire de l'exploration et une galerie de photos authentiques.</a:t>
            </a:r>
          </a:p>
          <a:p>
            <a:r>
              <a:rPr lang="fr-CH" b="1" dirty="0"/>
              <a:t>Langages &amp; Standards</a:t>
            </a:r>
          </a:p>
          <a:p>
            <a:r>
              <a:rPr lang="fr-CH" dirty="0"/>
              <a:t>Développement pur en </a:t>
            </a:r>
            <a:r>
              <a:rPr lang="fr-CH" b="1" dirty="0"/>
              <a:t>HTML5</a:t>
            </a:r>
            <a:r>
              <a:rPr lang="fr-CH" dirty="0"/>
              <a:t> et </a:t>
            </a:r>
            <a:r>
              <a:rPr lang="fr-CH" b="1" dirty="0"/>
              <a:t>CSS3</a:t>
            </a:r>
            <a:r>
              <a:rPr lang="fr-CH" dirty="0"/>
              <a:t> pour garantir une structure sémantique et un design moderne et responsive.</a:t>
            </a:r>
          </a:p>
          <a:p>
            <a:r>
              <a:rPr lang="fr-CH" b="1" dirty="0"/>
              <a:t>Environnement</a:t>
            </a:r>
          </a:p>
          <a:p>
            <a:r>
              <a:rPr lang="fr-CH" dirty="0"/>
              <a:t>Utilisation de </a:t>
            </a:r>
            <a:r>
              <a:rPr lang="fr-CH" b="1" dirty="0"/>
              <a:t>Visual Studio Code</a:t>
            </a:r>
            <a:r>
              <a:rPr lang="fr-CH" dirty="0"/>
              <a:t> comme IDE principal, optimisé pour un workflow fluide entre le code et le rendu navigateur.</a:t>
            </a:r>
          </a:p>
        </p:txBody>
      </p:sp>
    </p:spTree>
    <p:extLst>
      <p:ext uri="{BB962C8B-B14F-4D97-AF65-F5344CB8AC3E}">
        <p14:creationId xmlns:p14="http://schemas.microsoft.com/office/powerpoint/2010/main" val="3353841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CDB58D-7818-6269-97FE-DB12D816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Cahier des charges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73D744-E38A-8D6D-6C85-1B94E33E8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b="1" dirty="0"/>
              <a:t>Données Scientifiques :</a:t>
            </a:r>
            <a:r>
              <a:rPr lang="fr-CH" dirty="0"/>
              <a:t> Affichage d'informations générales précises sur la Lune.</a:t>
            </a:r>
          </a:p>
          <a:p>
            <a:r>
              <a:rPr lang="fr-CH" b="1" dirty="0"/>
              <a:t>Cycle Lunaire :</a:t>
            </a:r>
            <a:r>
              <a:rPr lang="fr-CH" dirty="0"/>
              <a:t> Présentation des huit phases avec illustrations dédiées.</a:t>
            </a:r>
          </a:p>
          <a:p>
            <a:r>
              <a:rPr lang="fr-CH" b="1" dirty="0"/>
              <a:t>Galerie Visuelle :</a:t>
            </a:r>
            <a:r>
              <a:rPr lang="fr-CH" dirty="0"/>
              <a:t> Mise à disposition d'une banque d'images astronomiques.</a:t>
            </a:r>
          </a:p>
          <a:p>
            <a:r>
              <a:rPr lang="fr-CH" b="1" dirty="0"/>
              <a:t>UX Intuitive :</a:t>
            </a:r>
            <a:r>
              <a:rPr lang="fr-CH" dirty="0"/>
              <a:t> Navigation simple et fluide sur une seule page (Single Page).</a:t>
            </a:r>
          </a:p>
          <a:p>
            <a:r>
              <a:rPr lang="fr-CH" b="1" dirty="0"/>
              <a:t>Adaptabilité :</a:t>
            </a:r>
            <a:r>
              <a:rPr lang="fr-CH" dirty="0"/>
              <a:t> Design 100% responsive pour tous types d'écrans.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02074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AE247B-784E-CA2F-2D02-4273E4449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H" b="0" dirty="0"/>
              <a:t>Extrait du Journal de Travail</a:t>
            </a:r>
            <a:br>
              <a:rPr lang="fr-CH" b="0" dirty="0"/>
            </a:br>
            <a:br>
              <a:rPr lang="fr-CH" dirty="0"/>
            </a:b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684144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7C1362-236A-6BAD-A329-94810AF9A7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34E0744-9D9A-00B0-9E8E-D0320984E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33095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AstroLab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44115A-CC4B-00F3-04DA-D24F28C4E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4482450"/>
            <a:ext cx="5040785" cy="17240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i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Projet en python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70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D193FF-2B7B-BC23-F6D7-D4653651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Pourquoi ce projet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121C98-EC16-3C52-8342-E449BCD3F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Apprendre un nouveau langage : Python</a:t>
            </a:r>
          </a:p>
          <a:p>
            <a:r>
              <a:rPr lang="fr-CH" dirty="0"/>
              <a:t>Faire un projet avec </a:t>
            </a:r>
            <a:r>
              <a:rPr lang="fr-CH"/>
              <a:t>des calculs</a:t>
            </a:r>
          </a:p>
        </p:txBody>
      </p:sp>
    </p:spTree>
    <p:extLst>
      <p:ext uri="{BB962C8B-B14F-4D97-AF65-F5344CB8AC3E}">
        <p14:creationId xmlns:p14="http://schemas.microsoft.com/office/powerpoint/2010/main" val="365872123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252</Words>
  <Application>Microsoft Office PowerPoint</Application>
  <PresentationFormat>Grand écran</PresentationFormat>
  <Paragraphs>34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Bierstadt</vt:lpstr>
      <vt:lpstr>GestaltVTI</vt:lpstr>
      <vt:lpstr>DemoMot/Portes Ouvertes 2025-2026</vt:lpstr>
      <vt:lpstr>Buzzer</vt:lpstr>
      <vt:lpstr>Cadavre Exquis</vt:lpstr>
      <vt:lpstr>Imposteur</vt:lpstr>
      <vt:lpstr>Annexes</vt:lpstr>
      <vt:lpstr>Projet DemoMot 2025-2026</vt:lpstr>
      <vt:lpstr>Pourquoi ce projet ?</vt:lpstr>
      <vt:lpstr>Cahier des charges</vt:lpstr>
      <vt:lpstr>Extrait du Journal de Travail  </vt:lpstr>
      <vt:lpstr>AstroLab</vt:lpstr>
      <vt:lpstr>Pourquoi ce projet ?</vt:lpstr>
    </vt:vector>
  </TitlesOfParts>
  <Company>DGEP - Etat de Vaud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Agashae Premakumar</dc:creator>
  <cp:lastModifiedBy>Agashae Premakumar</cp:lastModifiedBy>
  <cp:revision>19</cp:revision>
  <dcterms:created xsi:type="dcterms:W3CDTF">2026-06-17T10:30:51Z</dcterms:created>
  <dcterms:modified xsi:type="dcterms:W3CDTF">2026-06-18T12:43:58Z</dcterms:modified>
</cp:coreProperties>
</file>