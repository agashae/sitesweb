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3" r:id="rId1"/>
  </p:sldMasterIdLst>
  <p:sldIdLst>
    <p:sldId id="256" r:id="rId2"/>
    <p:sldId id="259" r:id="rId3"/>
    <p:sldId id="260" r:id="rId4"/>
    <p:sldId id="261" r:id="rId5"/>
    <p:sldId id="262" r:id="rId6"/>
    <p:sldId id="257" r:id="rId7"/>
    <p:sldId id="263" r:id="rId8"/>
    <p:sldId id="258" r:id="rId9"/>
    <p:sldId id="266" r:id="rId10"/>
    <p:sldId id="267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FE2C82-2EF5-4777-BFE7-0DA03B660312}" type="doc">
      <dgm:prSet loTypeId="urn:microsoft.com/office/officeart/2008/layout/LinedList" loCatId="list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7B4EB37C-65E1-4320-A1C8-6A01837487C0}">
      <dgm:prSet/>
      <dgm:spPr/>
      <dgm:t>
        <a:bodyPr/>
        <a:lstStyle/>
        <a:p>
          <a:r>
            <a:rPr lang="fr-CH" dirty="0"/>
            <a:t>Création du fichier pour le matériels nécessaires </a:t>
          </a:r>
          <a:endParaRPr lang="en-US" dirty="0"/>
        </a:p>
      </dgm:t>
    </dgm:pt>
    <dgm:pt modelId="{9BE07BCD-4549-4F8C-AF28-63EE5C9C4E01}" type="parTrans" cxnId="{F60DAC35-B5F4-4D45-8776-DFD4BBF18DD6}">
      <dgm:prSet/>
      <dgm:spPr/>
      <dgm:t>
        <a:bodyPr/>
        <a:lstStyle/>
        <a:p>
          <a:endParaRPr lang="en-US"/>
        </a:p>
      </dgm:t>
    </dgm:pt>
    <dgm:pt modelId="{2878D96C-055C-4654-A12B-EEA45CF78BEB}" type="sibTrans" cxnId="{F60DAC35-B5F4-4D45-8776-DFD4BBF18DD6}">
      <dgm:prSet/>
      <dgm:spPr/>
      <dgm:t>
        <a:bodyPr/>
        <a:lstStyle/>
        <a:p>
          <a:endParaRPr lang="en-US"/>
        </a:p>
      </dgm:t>
    </dgm:pt>
    <dgm:pt modelId="{B1743F7D-99B5-4190-BA02-2DE7073F6B59}">
      <dgm:prSet/>
      <dgm:spPr/>
      <dgm:t>
        <a:bodyPr/>
        <a:lstStyle/>
        <a:p>
          <a:r>
            <a:rPr lang="fr-CH" dirty="0"/>
            <a:t>Création du fichier avec le retour de M. Sahli</a:t>
          </a:r>
          <a:endParaRPr lang="en-US" dirty="0"/>
        </a:p>
      </dgm:t>
    </dgm:pt>
    <dgm:pt modelId="{88A11634-6DAA-47B0-BCB7-935FA0C593AC}" type="parTrans" cxnId="{A3F5E842-2F80-45F4-9299-6DB77CFEC81D}">
      <dgm:prSet/>
      <dgm:spPr/>
      <dgm:t>
        <a:bodyPr/>
        <a:lstStyle/>
        <a:p>
          <a:endParaRPr lang="en-US"/>
        </a:p>
      </dgm:t>
    </dgm:pt>
    <dgm:pt modelId="{D0440B15-D985-4006-9BEE-DF79E11AAFD7}" type="sibTrans" cxnId="{A3F5E842-2F80-45F4-9299-6DB77CFEC81D}">
      <dgm:prSet/>
      <dgm:spPr/>
      <dgm:t>
        <a:bodyPr/>
        <a:lstStyle/>
        <a:p>
          <a:endParaRPr lang="en-US"/>
        </a:p>
      </dgm:t>
    </dgm:pt>
    <dgm:pt modelId="{EA2DC5E0-B912-4B82-92B0-B5A07E303795}" type="pres">
      <dgm:prSet presAssocID="{CEFE2C82-2EF5-4777-BFE7-0DA03B660312}" presName="vert0" presStyleCnt="0">
        <dgm:presLayoutVars>
          <dgm:dir/>
          <dgm:animOne val="branch"/>
          <dgm:animLvl val="lvl"/>
        </dgm:presLayoutVars>
      </dgm:prSet>
      <dgm:spPr/>
    </dgm:pt>
    <dgm:pt modelId="{EAC43F18-9025-4AA1-B14A-44E3002A361A}" type="pres">
      <dgm:prSet presAssocID="{7B4EB37C-65E1-4320-A1C8-6A01837487C0}" presName="thickLine" presStyleLbl="alignNode1" presStyleIdx="0" presStyleCnt="2"/>
      <dgm:spPr/>
    </dgm:pt>
    <dgm:pt modelId="{708E7981-87DE-4811-9E17-B63C5920DFB5}" type="pres">
      <dgm:prSet presAssocID="{7B4EB37C-65E1-4320-A1C8-6A01837487C0}" presName="horz1" presStyleCnt="0"/>
      <dgm:spPr/>
    </dgm:pt>
    <dgm:pt modelId="{2E8A60AF-1707-43CE-870A-BAF4DB4CCB16}" type="pres">
      <dgm:prSet presAssocID="{7B4EB37C-65E1-4320-A1C8-6A01837487C0}" presName="tx1" presStyleLbl="revTx" presStyleIdx="0" presStyleCnt="2"/>
      <dgm:spPr/>
    </dgm:pt>
    <dgm:pt modelId="{CB9FCD34-D67C-4631-B82B-8809FF96AC82}" type="pres">
      <dgm:prSet presAssocID="{7B4EB37C-65E1-4320-A1C8-6A01837487C0}" presName="vert1" presStyleCnt="0"/>
      <dgm:spPr/>
    </dgm:pt>
    <dgm:pt modelId="{6A85BD19-7F4D-4D2D-AC21-C20A3A4E6E43}" type="pres">
      <dgm:prSet presAssocID="{B1743F7D-99B5-4190-BA02-2DE7073F6B59}" presName="thickLine" presStyleLbl="alignNode1" presStyleIdx="1" presStyleCnt="2"/>
      <dgm:spPr/>
    </dgm:pt>
    <dgm:pt modelId="{90D3898D-86DB-4DE9-9A49-23DB2EBAD30D}" type="pres">
      <dgm:prSet presAssocID="{B1743F7D-99B5-4190-BA02-2DE7073F6B59}" presName="horz1" presStyleCnt="0"/>
      <dgm:spPr/>
    </dgm:pt>
    <dgm:pt modelId="{CA0381D3-4C7F-41B8-B6B0-F32D10F42831}" type="pres">
      <dgm:prSet presAssocID="{B1743F7D-99B5-4190-BA02-2DE7073F6B59}" presName="tx1" presStyleLbl="revTx" presStyleIdx="1" presStyleCnt="2"/>
      <dgm:spPr/>
    </dgm:pt>
    <dgm:pt modelId="{B2944739-840B-490C-90AC-473B938723E8}" type="pres">
      <dgm:prSet presAssocID="{B1743F7D-99B5-4190-BA02-2DE7073F6B59}" presName="vert1" presStyleCnt="0"/>
      <dgm:spPr/>
    </dgm:pt>
  </dgm:ptLst>
  <dgm:cxnLst>
    <dgm:cxn modelId="{F60DAC35-B5F4-4D45-8776-DFD4BBF18DD6}" srcId="{CEFE2C82-2EF5-4777-BFE7-0DA03B660312}" destId="{7B4EB37C-65E1-4320-A1C8-6A01837487C0}" srcOrd="0" destOrd="0" parTransId="{9BE07BCD-4549-4F8C-AF28-63EE5C9C4E01}" sibTransId="{2878D96C-055C-4654-A12B-EEA45CF78BEB}"/>
    <dgm:cxn modelId="{A3F5E842-2F80-45F4-9299-6DB77CFEC81D}" srcId="{CEFE2C82-2EF5-4777-BFE7-0DA03B660312}" destId="{B1743F7D-99B5-4190-BA02-2DE7073F6B59}" srcOrd="1" destOrd="0" parTransId="{88A11634-6DAA-47B0-BCB7-935FA0C593AC}" sibTransId="{D0440B15-D985-4006-9BEE-DF79E11AAFD7}"/>
    <dgm:cxn modelId="{4614284B-D4F6-4156-97F8-19694BA5E932}" type="presOf" srcId="{7B4EB37C-65E1-4320-A1C8-6A01837487C0}" destId="{2E8A60AF-1707-43CE-870A-BAF4DB4CCB16}" srcOrd="0" destOrd="0" presId="urn:microsoft.com/office/officeart/2008/layout/LinedList"/>
    <dgm:cxn modelId="{05B0416E-5BC9-4DD8-82F1-711B63B920CD}" type="presOf" srcId="{CEFE2C82-2EF5-4777-BFE7-0DA03B660312}" destId="{EA2DC5E0-B912-4B82-92B0-B5A07E303795}" srcOrd="0" destOrd="0" presId="urn:microsoft.com/office/officeart/2008/layout/LinedList"/>
    <dgm:cxn modelId="{7FED44A4-D546-448E-A4FE-BA42015235A6}" type="presOf" srcId="{B1743F7D-99B5-4190-BA02-2DE7073F6B59}" destId="{CA0381D3-4C7F-41B8-B6B0-F32D10F42831}" srcOrd="0" destOrd="0" presId="urn:microsoft.com/office/officeart/2008/layout/LinedList"/>
    <dgm:cxn modelId="{BCD189DB-4A26-4BE1-A66C-E4294BB27527}" type="presParOf" srcId="{EA2DC5E0-B912-4B82-92B0-B5A07E303795}" destId="{EAC43F18-9025-4AA1-B14A-44E3002A361A}" srcOrd="0" destOrd="0" presId="urn:microsoft.com/office/officeart/2008/layout/LinedList"/>
    <dgm:cxn modelId="{E6CFEE0A-A673-4344-9ECD-F868F5C1CFC9}" type="presParOf" srcId="{EA2DC5E0-B912-4B82-92B0-B5A07E303795}" destId="{708E7981-87DE-4811-9E17-B63C5920DFB5}" srcOrd="1" destOrd="0" presId="urn:microsoft.com/office/officeart/2008/layout/LinedList"/>
    <dgm:cxn modelId="{469EDF3A-51F8-4A34-8771-3E9D0E523FCB}" type="presParOf" srcId="{708E7981-87DE-4811-9E17-B63C5920DFB5}" destId="{2E8A60AF-1707-43CE-870A-BAF4DB4CCB16}" srcOrd="0" destOrd="0" presId="urn:microsoft.com/office/officeart/2008/layout/LinedList"/>
    <dgm:cxn modelId="{5FF66977-D5D3-4565-AE85-9E522BE16E61}" type="presParOf" srcId="{708E7981-87DE-4811-9E17-B63C5920DFB5}" destId="{CB9FCD34-D67C-4631-B82B-8809FF96AC82}" srcOrd="1" destOrd="0" presId="urn:microsoft.com/office/officeart/2008/layout/LinedList"/>
    <dgm:cxn modelId="{A5E18CFA-8304-46B9-8A32-CA94F488A954}" type="presParOf" srcId="{EA2DC5E0-B912-4B82-92B0-B5A07E303795}" destId="{6A85BD19-7F4D-4D2D-AC21-C20A3A4E6E43}" srcOrd="2" destOrd="0" presId="urn:microsoft.com/office/officeart/2008/layout/LinedList"/>
    <dgm:cxn modelId="{61885C7F-5A3D-48B7-8A6C-2141A3A2B4B6}" type="presParOf" srcId="{EA2DC5E0-B912-4B82-92B0-B5A07E303795}" destId="{90D3898D-86DB-4DE9-9A49-23DB2EBAD30D}" srcOrd="3" destOrd="0" presId="urn:microsoft.com/office/officeart/2008/layout/LinedList"/>
    <dgm:cxn modelId="{A204AF67-DA74-48F4-9485-A6295801AA09}" type="presParOf" srcId="{90D3898D-86DB-4DE9-9A49-23DB2EBAD30D}" destId="{CA0381D3-4C7F-41B8-B6B0-F32D10F42831}" srcOrd="0" destOrd="0" presId="urn:microsoft.com/office/officeart/2008/layout/LinedList"/>
    <dgm:cxn modelId="{5B4A8725-D11C-4E5D-9926-80C20F8B70C3}" type="presParOf" srcId="{90D3898D-86DB-4DE9-9A49-23DB2EBAD30D}" destId="{B2944739-840B-490C-90AC-473B938723E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C43F18-9025-4AA1-B14A-44E3002A361A}">
      <dsp:nvSpPr>
        <dsp:cNvPr id="0" name=""/>
        <dsp:cNvSpPr/>
      </dsp:nvSpPr>
      <dsp:spPr>
        <a:xfrm>
          <a:off x="0" y="0"/>
          <a:ext cx="1115695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8A60AF-1707-43CE-870A-BAF4DB4CCB16}">
      <dsp:nvSpPr>
        <dsp:cNvPr id="0" name=""/>
        <dsp:cNvSpPr/>
      </dsp:nvSpPr>
      <dsp:spPr>
        <a:xfrm>
          <a:off x="0" y="0"/>
          <a:ext cx="11156950" cy="18835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1930" tIns="201930" rIns="201930" bIns="201930" numCol="1" spcCol="1270" anchor="t" anchorCtr="0">
          <a:noAutofit/>
        </a:bodyPr>
        <a:lstStyle/>
        <a:p>
          <a:pPr marL="0" lvl="0" indent="0" algn="l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5300" kern="1200" dirty="0"/>
            <a:t>Création du fichier pour le matériels nécessaires </a:t>
          </a:r>
          <a:endParaRPr lang="en-US" sz="5300" kern="1200" dirty="0"/>
        </a:p>
      </dsp:txBody>
      <dsp:txXfrm>
        <a:off x="0" y="0"/>
        <a:ext cx="11156950" cy="1883568"/>
      </dsp:txXfrm>
    </dsp:sp>
    <dsp:sp modelId="{6A85BD19-7F4D-4D2D-AC21-C20A3A4E6E43}">
      <dsp:nvSpPr>
        <dsp:cNvPr id="0" name=""/>
        <dsp:cNvSpPr/>
      </dsp:nvSpPr>
      <dsp:spPr>
        <a:xfrm>
          <a:off x="0" y="1883568"/>
          <a:ext cx="1115695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0381D3-4C7F-41B8-B6B0-F32D10F42831}">
      <dsp:nvSpPr>
        <dsp:cNvPr id="0" name=""/>
        <dsp:cNvSpPr/>
      </dsp:nvSpPr>
      <dsp:spPr>
        <a:xfrm>
          <a:off x="0" y="1883568"/>
          <a:ext cx="11156950" cy="18835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1930" tIns="201930" rIns="201930" bIns="201930" numCol="1" spcCol="1270" anchor="t" anchorCtr="0">
          <a:noAutofit/>
        </a:bodyPr>
        <a:lstStyle/>
        <a:p>
          <a:pPr marL="0" lvl="0" indent="0" algn="l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5300" kern="1200" dirty="0"/>
            <a:t>Création du fichier avec le retour de M. Sahli</a:t>
          </a:r>
          <a:endParaRPr lang="en-US" sz="5300" kern="1200" dirty="0"/>
        </a:p>
      </dsp:txBody>
      <dsp:txXfrm>
        <a:off x="0" y="1883568"/>
        <a:ext cx="11156950" cy="18835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907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758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9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1886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729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257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035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7915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416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06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658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603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16" r:id="rId6"/>
    <p:sldLayoutId id="2147483712" r:id="rId7"/>
    <p:sldLayoutId id="2147483713" r:id="rId8"/>
    <p:sldLayoutId id="2147483714" r:id="rId9"/>
    <p:sldLayoutId id="2147483715" r:id="rId10"/>
    <p:sldLayoutId id="2147483717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create.kahoot.it/share/x-portesouvertes-bauchard-buzzer-quiz/13bce810-5c9e-422c-8d9d-d6591684c67d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gashae/MoonWebsite" TargetMode="External"/><Relationship Id="rId2" Type="http://schemas.openxmlformats.org/officeDocument/2006/relationships/hyperlink" Target="https://eduvaud.sharepoint.com/:f:/r/sites/ETML_INF-GRP1D-25-26_Teams/Documents%20partages/General/Portes%20Ouvertes/Agashae%20-%20Nathan%20-%20Liam%20-%20Noah?csf=1&amp;web=1&amp;e=chNxDx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Agashae/AstroLab" TargetMode="External"/><Relationship Id="rId4" Type="http://schemas.openxmlformats.org/officeDocument/2006/relationships/hyperlink" Target="https://agashae.spac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B7E2F724-2FB3-4D1D-A730-739B8654C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8" name="Picture 3">
            <a:extLst>
              <a:ext uri="{FF2B5EF4-FFF2-40B4-BE49-F238E27FC236}">
                <a16:creationId xmlns:a16="http://schemas.microsoft.com/office/drawing/2014/main" id="{A867FE0F-5C8F-4DC7-D114-ED5E4AE2ED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5858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966243BD-8875-0056-FE12-4DBF2A07C0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9055898" cy="3290107"/>
          </a:xfrm>
        </p:spPr>
        <p:txBody>
          <a:bodyPr anchor="t">
            <a:normAutofit/>
          </a:bodyPr>
          <a:lstStyle/>
          <a:p>
            <a:r>
              <a:rPr lang="fr-CH" sz="4700" b="1" dirty="0">
                <a:solidFill>
                  <a:srgbClr val="FFFFFF"/>
                </a:solidFill>
              </a:rPr>
              <a:t>DemoMot</a:t>
            </a:r>
            <a:r>
              <a:rPr lang="fr-CH" sz="4700" dirty="0">
                <a:solidFill>
                  <a:srgbClr val="FFFFFF"/>
                </a:solidFill>
              </a:rPr>
              <a:t>/Portes Ouvertes</a:t>
            </a:r>
            <a:r>
              <a:rPr lang="fr-CH" sz="4700" b="1" dirty="0">
                <a:solidFill>
                  <a:srgbClr val="FFFFFF"/>
                </a:solidFill>
              </a:rPr>
              <a:t> 2025-2026</a:t>
            </a:r>
            <a:endParaRPr lang="fr-CH" sz="4700" dirty="0">
              <a:solidFill>
                <a:srgbClr val="FFFFFF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E53596-B080-A0D7-1608-ADEB88BFD0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70" y="4482450"/>
            <a:ext cx="5040785" cy="1724029"/>
          </a:xfrm>
        </p:spPr>
        <p:txBody>
          <a:bodyPr anchor="t">
            <a:normAutofit/>
          </a:bodyPr>
          <a:lstStyle/>
          <a:p>
            <a:r>
              <a:rPr lang="fr-CH" sz="2400">
                <a:solidFill>
                  <a:srgbClr val="FFFFFF"/>
                </a:solidFill>
              </a:rPr>
              <a:t>Agashae Premakumar</a:t>
            </a:r>
          </a:p>
          <a:p>
            <a:r>
              <a:rPr lang="fr-CH" sz="2400">
                <a:solidFill>
                  <a:srgbClr val="FFFFFF"/>
                </a:solidFill>
              </a:rPr>
              <a:t>CIN1D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1511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4C0330F-1D4F-4552-B799-615DD237B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D894843-3D1F-45BD-DF89-B0EE380FC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754880" cy="1463040"/>
          </a:xfrm>
        </p:spPr>
        <p:txBody>
          <a:bodyPr>
            <a:normAutofit/>
          </a:bodyPr>
          <a:lstStyle/>
          <a:p>
            <a:r>
              <a:rPr lang="fr-CH"/>
              <a:t>Buzzer</a:t>
            </a:r>
            <a:endParaRPr lang="fr-CH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BE0106-0C20-465B-A1BE-0BAC2737B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1" y="508090"/>
            <a:ext cx="4672966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2FC0054-0C20-4F7D-DF95-8DDE257CBA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5574792" cy="2898648"/>
          </a:xfrm>
        </p:spPr>
        <p:txBody>
          <a:bodyPr>
            <a:normAutofit/>
          </a:bodyPr>
          <a:lstStyle/>
          <a:p>
            <a:r>
              <a:rPr lang="fr-CH" dirty="0"/>
              <a:t>Aider à la création du </a:t>
            </a:r>
            <a:r>
              <a:rPr lang="fr-CH" dirty="0" err="1"/>
              <a:t>Kahoot</a:t>
            </a:r>
            <a:r>
              <a:rPr lang="fr-CH" dirty="0"/>
              <a:t> avec Liam Bauchard : </a:t>
            </a:r>
            <a:r>
              <a:rPr lang="fr-CH" dirty="0">
                <a:hlinkClick r:id="rId2"/>
              </a:rPr>
              <a:t>https://create.kahoot.it/share/x-portesouvertes-bauchard-buzzer-quiz/13bce810-5c9e-422c-8d9d-d6591684c67d</a:t>
            </a:r>
            <a:endParaRPr lang="fr-CH" dirty="0"/>
          </a:p>
          <a:p>
            <a:endParaRPr lang="fr-CH" dirty="0"/>
          </a:p>
        </p:txBody>
      </p:sp>
      <p:pic>
        <p:nvPicPr>
          <p:cNvPr id="4" name="Image 3" descr="Kahoot Logo, symbol, meaning, history, PNG, brand">
            <a:extLst>
              <a:ext uri="{FF2B5EF4-FFF2-40B4-BE49-F238E27FC236}">
                <a16:creationId xmlns:a16="http://schemas.microsoft.com/office/drawing/2014/main" id="{9B336863-7BFD-C7BD-DAE2-2A2FBE9205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029" r="23043" b="2"/>
          <a:stretch>
            <a:fillRect/>
          </a:stretch>
        </p:blipFill>
        <p:spPr>
          <a:xfrm>
            <a:off x="1599478" y="4342665"/>
            <a:ext cx="2024438" cy="2073106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E0D106A1-996B-11A1-E2B4-4097136F1A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0005" y="1539796"/>
            <a:ext cx="5705821" cy="377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35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4C0330F-1D4F-4552-B799-615DD237B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DAD9EE-4B23-643B-4DC1-F77898C6B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754880" cy="1463040"/>
          </a:xfrm>
        </p:spPr>
        <p:txBody>
          <a:bodyPr>
            <a:normAutofit/>
          </a:bodyPr>
          <a:lstStyle/>
          <a:p>
            <a:r>
              <a:rPr lang="fr-CH"/>
              <a:t>Cadavre Exquis</a:t>
            </a:r>
            <a:endParaRPr lang="fr-CH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BE0106-0C20-465B-A1BE-0BAC2737B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1" y="508090"/>
            <a:ext cx="4672966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85C1AD1-F3F2-AE6A-95A3-A307D8511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4672584" cy="3767328"/>
          </a:xfrm>
        </p:spPr>
        <p:txBody>
          <a:bodyPr>
            <a:normAutofit/>
          </a:bodyPr>
          <a:lstStyle/>
          <a:p>
            <a:r>
              <a:rPr lang="fr-CH"/>
              <a:t>Aider à la création du fichier Word d’aide au code avec Noah</a:t>
            </a:r>
            <a:endParaRPr lang="fr-CH" dirty="0"/>
          </a:p>
        </p:txBody>
      </p:sp>
      <p:pic>
        <p:nvPicPr>
          <p:cNvPr id="4" name="Image 3" descr="Images sur Logo internet : Téléchargement gratuit sur ...">
            <a:extLst>
              <a:ext uri="{FF2B5EF4-FFF2-40B4-BE49-F238E27FC236}">
                <a16:creationId xmlns:a16="http://schemas.microsoft.com/office/drawing/2014/main" id="{2F941A74-9099-850C-004F-AD72CCC970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59" r="1186" b="-3"/>
          <a:stretch>
            <a:fillRect/>
          </a:stretch>
        </p:blipFill>
        <p:spPr>
          <a:xfrm>
            <a:off x="1371542" y="3761906"/>
            <a:ext cx="2342348" cy="2398659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600E900D-A1D3-EFA2-1C96-569EEF31A6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139" t="11396" r="3969"/>
          <a:stretch>
            <a:fillRect/>
          </a:stretch>
        </p:blipFill>
        <p:spPr>
          <a:xfrm>
            <a:off x="5593205" y="582729"/>
            <a:ext cx="6276515" cy="5972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95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69C35A0-150C-6CDA-942E-F691CBDAC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fr-CH"/>
              <a:t>Imposteur</a:t>
            </a:r>
            <a:endParaRPr lang="fr-CH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5790571E-7720-0DCF-754F-2C36BA047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935" y="1635777"/>
            <a:ext cx="5114759" cy="2877051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A53BE3-7655-4799-6A30-70C3111FC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792" y="1813629"/>
            <a:ext cx="4242816" cy="976371"/>
          </a:xfrm>
        </p:spPr>
        <p:txBody>
          <a:bodyPr>
            <a:normAutofit/>
          </a:bodyPr>
          <a:lstStyle/>
          <a:p>
            <a:r>
              <a:rPr lang="fr-CH" dirty="0"/>
              <a:t>Création du CdC </a:t>
            </a:r>
          </a:p>
          <a:p>
            <a:r>
              <a:rPr lang="fr-CH" dirty="0"/>
              <a:t>Création de la banque à questions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B7040E9E-A10A-A1CE-80BC-1260B85320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87" t="12165" r="24737"/>
          <a:stretch>
            <a:fillRect/>
          </a:stretch>
        </p:blipFill>
        <p:spPr>
          <a:xfrm>
            <a:off x="1076306" y="2735174"/>
            <a:ext cx="3593672" cy="3896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631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751B5CA-B9A9-A6CE-2C2A-398EB24CE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fr-CH" dirty="0"/>
              <a:t>Annexes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6C2D27C-7317-AC61-36A9-D627CE3EA9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6283680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8487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9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11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97DEAC92-ADF9-6A1D-98C0-0E77062EEC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84" t="1615" b="1819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33CF7B-BA68-278B-A783-54828C4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39" y="5731580"/>
            <a:ext cx="11686033" cy="980116"/>
          </a:xfr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CH" dirty="0"/>
              <a:t>Projet DemoMot 2025-2026</a:t>
            </a:r>
          </a:p>
        </p:txBody>
      </p:sp>
    </p:spTree>
    <p:extLst>
      <p:ext uri="{BB962C8B-B14F-4D97-AF65-F5344CB8AC3E}">
        <p14:creationId xmlns:p14="http://schemas.microsoft.com/office/powerpoint/2010/main" val="14448860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3419E0-15C6-46E7-70B2-34653D777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Pourquoi ce projet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088F4B-426E-9596-B618-28846F9E3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585" y="1943341"/>
            <a:ext cx="11155680" cy="3767328"/>
          </a:xfrm>
        </p:spPr>
        <p:txBody>
          <a:bodyPr>
            <a:normAutofit lnSpcReduction="10000"/>
          </a:bodyPr>
          <a:lstStyle/>
          <a:p>
            <a:r>
              <a:rPr lang="fr-CH" b="1" dirty="0"/>
              <a:t>Éduquer par l'Espace</a:t>
            </a:r>
          </a:p>
          <a:p>
            <a:pPr lvl="1"/>
            <a:r>
              <a:rPr lang="fr-CH" dirty="0"/>
              <a:t>AgaMoon est un site web éducatif dédié à la Lune. </a:t>
            </a:r>
          </a:p>
          <a:p>
            <a:pPr lvl="1"/>
            <a:r>
              <a:rPr lang="fr-CH" dirty="0"/>
              <a:t>Le projet explore quatre piliers : les données physiques, les phases lunaires, l'histoire de l'exploration et une galerie de photos authentiques.</a:t>
            </a:r>
          </a:p>
          <a:p>
            <a:r>
              <a:rPr lang="fr-CH" b="1" dirty="0"/>
              <a:t>Langages &amp; Standards</a:t>
            </a:r>
          </a:p>
          <a:p>
            <a:r>
              <a:rPr lang="fr-CH" dirty="0"/>
              <a:t>HTML5</a:t>
            </a:r>
          </a:p>
          <a:p>
            <a:r>
              <a:rPr lang="fr-CH" dirty="0"/>
              <a:t>CSS3</a:t>
            </a:r>
          </a:p>
          <a:p>
            <a:r>
              <a:rPr lang="fr-CH" b="1" dirty="0"/>
              <a:t>Environnement</a:t>
            </a:r>
          </a:p>
          <a:p>
            <a:r>
              <a:rPr lang="fr-CH" dirty="0"/>
              <a:t>Visual Studio Code</a:t>
            </a:r>
          </a:p>
          <a:p>
            <a:r>
              <a:rPr lang="fr-CH" dirty="0"/>
              <a:t>GitHub Desktop</a:t>
            </a:r>
          </a:p>
        </p:txBody>
      </p:sp>
    </p:spTree>
    <p:extLst>
      <p:ext uri="{BB962C8B-B14F-4D97-AF65-F5344CB8AC3E}">
        <p14:creationId xmlns:p14="http://schemas.microsoft.com/office/powerpoint/2010/main" val="3353841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20BB609-EF92-42DB-836C-0699A590B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7C1362-236A-6BAD-A329-94810AF9A7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"/>
          <a:stretch>
            <a:fillRect/>
          </a:stretch>
        </p:blipFill>
        <p:spPr>
          <a:xfrm>
            <a:off x="20" y="10"/>
            <a:ext cx="12188932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37992A9-1E8C-4E57-B4F4-EE2D38E504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89239" y="-389238"/>
            <a:ext cx="6858000" cy="7636476"/>
          </a:xfrm>
          <a:prstGeom prst="rect">
            <a:avLst/>
          </a:prstGeom>
          <a:gradFill>
            <a:gsLst>
              <a:gs pos="100000">
                <a:srgbClr val="000000">
                  <a:alpha val="0"/>
                </a:srgbClr>
              </a:gs>
              <a:gs pos="0">
                <a:schemeClr val="tx1"/>
              </a:gs>
              <a:gs pos="0">
                <a:srgbClr val="000000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34E0744-9D9A-00B0-9E8E-D0320984E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70" y="978407"/>
            <a:ext cx="5021182" cy="330951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>
                <a:solidFill>
                  <a:srgbClr val="FFFFFF"/>
                </a:solidFill>
              </a:rPr>
              <a:t>AstroLab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44115A-CC4B-00F3-04DA-D24F28C4E5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870" y="4482450"/>
            <a:ext cx="5040785" cy="172402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200" i="1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Projet en python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8704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4C0330F-1D4F-4552-B799-615DD237B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CD193FF-2B7B-BC23-F6D7-D46536517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754880" cy="1463040"/>
          </a:xfrm>
        </p:spPr>
        <p:txBody>
          <a:bodyPr>
            <a:normAutofit/>
          </a:bodyPr>
          <a:lstStyle/>
          <a:p>
            <a:r>
              <a:rPr lang="fr-CH" dirty="0"/>
              <a:t>Pourquoi ce projet 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BE0106-0C20-465B-A1BE-0BAC2737B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1" y="508090"/>
            <a:ext cx="4672966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1121C98-EC16-3C52-8342-E449BCD3F2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4672584" cy="3767328"/>
          </a:xfrm>
        </p:spPr>
        <p:txBody>
          <a:bodyPr>
            <a:normAutofit/>
          </a:bodyPr>
          <a:lstStyle/>
          <a:p>
            <a:r>
              <a:rPr lang="fr-CH" dirty="0"/>
              <a:t>Apprendre un nouveau langage : Python</a:t>
            </a:r>
          </a:p>
          <a:p>
            <a:r>
              <a:rPr lang="fr-CH" dirty="0"/>
              <a:t>Faire un projet avec des calculs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4D9DB48-7DD3-279F-53A0-D17677026E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5776" b="1"/>
          <a:stretch>
            <a:fillRect/>
          </a:stretch>
        </p:blipFill>
        <p:spPr>
          <a:xfrm>
            <a:off x="5958018" y="508090"/>
            <a:ext cx="5709726" cy="5846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721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431003-C42D-2839-0352-9DFB793D0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Annexes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CCCDBFD-5663-D214-57DC-83E4A11B56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Lien vers projets Teams : </a:t>
            </a:r>
            <a:r>
              <a:rPr lang="fr-CH" dirty="0">
                <a:hlinkClick r:id="rId2"/>
              </a:rPr>
              <a:t>Agashae - Nathan - Liam – Noah</a:t>
            </a:r>
            <a:endParaRPr lang="fr-CH" dirty="0"/>
          </a:p>
          <a:p>
            <a:r>
              <a:rPr lang="fr-CH" dirty="0"/>
              <a:t>Mon JDT : </a:t>
            </a:r>
            <a:r>
              <a:rPr lang="fr-CH" dirty="0">
                <a:hlinkClick r:id="rId3"/>
              </a:rPr>
              <a:t>https://github.com/Agashae/MoonWebsite</a:t>
            </a:r>
            <a:endParaRPr lang="fr-CH" dirty="0"/>
          </a:p>
          <a:p>
            <a:r>
              <a:rPr lang="fr-CH" dirty="0"/>
              <a:t>Lien vers mon site : </a:t>
            </a:r>
            <a:r>
              <a:rPr lang="fr-CH" dirty="0">
                <a:hlinkClick r:id="rId4"/>
              </a:rPr>
              <a:t>https://agashae.space/</a:t>
            </a:r>
            <a:endParaRPr lang="fr-CH" dirty="0"/>
          </a:p>
          <a:p>
            <a:r>
              <a:rPr lang="fr-CH" dirty="0"/>
              <a:t>Lien vers mon code Python : </a:t>
            </a:r>
            <a:r>
              <a:rPr lang="fr-CH" dirty="0">
                <a:hlinkClick r:id="rId5"/>
              </a:rPr>
              <a:t>https://github.com/Agashae/AstroLab</a:t>
            </a:r>
            <a:endParaRPr lang="fr-CH" dirty="0"/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875545670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</TotalTime>
  <Words>201</Words>
  <Application>Microsoft Office PowerPoint</Application>
  <PresentationFormat>Grand écran</PresentationFormat>
  <Paragraphs>34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3" baseType="lpstr">
      <vt:lpstr>Arial</vt:lpstr>
      <vt:lpstr>Bierstadt</vt:lpstr>
      <vt:lpstr>GestaltVTI</vt:lpstr>
      <vt:lpstr>DemoMot/Portes Ouvertes 2025-2026</vt:lpstr>
      <vt:lpstr>Buzzer</vt:lpstr>
      <vt:lpstr>Cadavre Exquis</vt:lpstr>
      <vt:lpstr>Imposteur</vt:lpstr>
      <vt:lpstr>Annexes</vt:lpstr>
      <vt:lpstr>Projet DemoMot 2025-2026</vt:lpstr>
      <vt:lpstr>Pourquoi ce projet ?</vt:lpstr>
      <vt:lpstr>AstroLab</vt:lpstr>
      <vt:lpstr>Pourquoi ce projet ?</vt:lpstr>
      <vt:lpstr>Annexes</vt:lpstr>
    </vt:vector>
  </TitlesOfParts>
  <Company>DGEP - Etat de Vaud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Agashae Premakumar</dc:creator>
  <cp:lastModifiedBy>Agashae Premakumar</cp:lastModifiedBy>
  <cp:revision>34</cp:revision>
  <dcterms:created xsi:type="dcterms:W3CDTF">2026-06-17T10:30:51Z</dcterms:created>
  <dcterms:modified xsi:type="dcterms:W3CDTF">2026-06-22T07:20:23Z</dcterms:modified>
</cp:coreProperties>
</file>